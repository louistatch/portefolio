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🌱 LouisFarm Data Analytics Academy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74320" y="594360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F18F0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59436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SEMAINE 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1234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Prédiction &amp; Régression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8F5"/>
                </a:solidFill>
              </a:rPr>
              <a:t>sklearn · Pipeline · Ridge · Dataset : Immobilier Abidjan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223760" y="365760"/>
            <a:ext cx="2286000" cy="2286000"/>
          </a:xfrm>
          <a:prstGeom prst="ellipse">
            <a:avLst/>
          </a:prstGeom>
          <a:solidFill>
            <a:srgbClr val="2E86AB">
              <a:alpha val="1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2926080"/>
            <a:ext cx="1463040" cy="1463040"/>
          </a:xfrm>
          <a:prstGeom prst="ellipse">
            <a:avLst/>
          </a:prstGeom>
          <a:solidFill>
            <a:srgbClr val="F18F01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383280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015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Introduction au Machine Learning supervisé et cycle de modélisation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822192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4320" y="3822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Régression linéaire OLS : coefficients, hypothèses, limites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261104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4320" y="4261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793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Feature engineering : OneHotEncoder, SimpleImputer dans un Pipeline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700016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74320" y="4700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7183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Régression Ridge (L2) : régularisation, choix de alpha, GridSearchCV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5029200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7432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0474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Évaluation rigoureuse : MAE, RMSE, R² — train vs test split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📚  Plan des Leçons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347472" cy="347472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005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905256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6.1 — Introduction au ML supervisé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20700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Features vs target, train/test split, data leakage, métriques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1024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5276"/>
                </a:solidFill>
              </a:rPr>
              <a:t>35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10512"/>
            <a:ext cx="347472" cy="347472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810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170992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6.2 — Régression linéaire OLS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01168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Équation, coefficients, hypothèses, limites pratiques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5276"/>
                </a:solidFill>
              </a:rPr>
              <a:t>40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15184"/>
            <a:ext cx="347472" cy="347472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2615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51460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6.3 — Pipeline sklearn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81635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ColumnTransformer, OneHotEncoder, StandardScaler, make_pipeline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2633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5276"/>
                </a:solidFill>
              </a:rPr>
              <a:t>45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255264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9856"/>
            <a:ext cx="347472" cy="347472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34198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331927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6.4 — Régression Ridge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3621024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Régularisation L2, alpha, hyperparamètres, Grid Search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4381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5276"/>
                </a:solidFill>
              </a:rPr>
              <a:t>35 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059936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24528"/>
            <a:ext cx="347472" cy="347472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4224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412394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6.5 — Évaluation et interprétation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4425696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MAE/RMSE/R², baseline model, note métier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4242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5276"/>
                </a:solidFill>
              </a:rPr>
              <a:t>35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5276"/>
                </a:solidFill>
              </a:rPr>
              <a:t>6.3 — Pipeline sklearn : Architecture Complète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31520"/>
            <a:ext cx="8503920" cy="27432"/>
          </a:xfrm>
          <a:prstGeom prst="rect">
            <a:avLst/>
          </a:prstGeom>
          <a:solidFill>
            <a:srgbClr val="D5E8F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069080" cy="4069080"/>
          </a:xfrm>
          <a:prstGeom prst="roundRect">
            <a:avLst>
              <a:gd name="adj" fmla="val 224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969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</a:rPr>
              <a:t>📚 Concept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98448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Un Pipeline enchaîne proprement toutes les étapes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1. ColumnTransformer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 → Variables numériques → StandardScaler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 → Variables catégorielles → OneHotEncoder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2. Modèle (LinearRegression, Ridge...)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Avantages critiques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Évite le data leakage (fit sur train uniquement)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Code réutilisable pour la production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Compatible GridSearchCV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Sauvegarder avec joblib en 1 ligne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⚠️ Sans Pipeline → data leakage quasi-inévitable !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914400"/>
            <a:ext cx="4343400" cy="4069080"/>
          </a:xfrm>
          <a:prstGeom prst="roundRect">
            <a:avLst>
              <a:gd name="adj" fmla="val 2247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9692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</a:rPr>
              <a:t>💻 Code Python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298448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sklearn.compose import ColumnTransformer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StandardScaler, OneHotEncoder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Ridge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 = ColumnTransformer([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("num", StandardScaler(), num_cols),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("cat", OneHotEncoder(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handle_unknown="ignore",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sparse_output=False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 cat_cols),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Pipeline([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("prep", prep),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("model", Ridge(alpha=10))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FIT seulement sur train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pipe.fit(X_train, y_train)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Predict sur test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pipe.predict(X_test)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Sauvegarder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joblib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joblib.dump(pipe, "modele.pkl")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5276"/>
                </a:solidFill>
              </a:rPr>
              <a:t>6.4 — Ridge : Régularisation L2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31520"/>
            <a:ext cx="8503920" cy="27432"/>
          </a:xfrm>
          <a:prstGeom prst="rect">
            <a:avLst/>
          </a:prstGeom>
          <a:solidFill>
            <a:srgbClr val="D5E8F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069080" cy="4069080"/>
          </a:xfrm>
          <a:prstGeom prst="roundRect">
            <a:avLst>
              <a:gd name="adj" fmla="val 224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969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</a:rPr>
              <a:t>📚 Concept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98448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Problème de la régression linéaire classique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Coefficients potentiellement très grands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Overfitting sur les données d'entraînement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Ridge ajoute une pénalité sur la taille des coefficients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Perte = MSE + alpha × Σ(β²)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alpha = 0 → LinearRegression classique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alpha petit → peu de régularisation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alpha grand → coefficients forcés vers 0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Comment choisir alpha ?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Grid Search par validation croisée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Tester [0.01, 0.1, 1, 10, 100, 1000]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914400"/>
            <a:ext cx="4343400" cy="4069080"/>
          </a:xfrm>
          <a:prstGeom prst="roundRect">
            <a:avLst>
              <a:gd name="adj" fmla="val 2247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9692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</a:rPr>
              <a:t>💻 Code Python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298448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Ridge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GridSearchCV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 1: Grid search manuel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alpha in [0.1, 1, 10, 100]: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pipe.set_params(model__alpha=alpha)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pipe.fit(X_train, y_train)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mae = mean_absolute_error(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y_test, pipe.predict(X_test)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print(f"alpha={alpha}: MAE={mae:.4f}")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 2: GridSearchCV (rigoureux)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param_grid = {"model__alpha": [0.01,0.1,1,10,100]}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 = GridSearchCV(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pipe, param_grid, cv=5, scoring="neg_mae"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gs.fit(X_train, y_train)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print(f"Meilleur alpha: {gs.best_params_}")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print(f"MAE test: {mean_absolute_error(y_test, gs.predict(X_test)):.4f}")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ound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🧪  Exercice 6 — Prédiction prix immobilier Abidjan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96696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A5276">
              <a:alpha val="1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966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276"/>
                </a:solidFill>
              </a:rPr>
              <a:t>Tâche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9601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EDA ciblée : identifier les 3 variables les plus corrélées au prix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01368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A5276">
              <a:alpha val="1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" y="1801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276"/>
                </a:solidFill>
              </a:rPr>
              <a:t>Tâche 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764792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Construire un Pipeline complet avec log-transformation de la cible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A5276">
              <a:alpha val="1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276"/>
                </a:solidFill>
              </a:rPr>
              <a:t>Tâche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569464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Comparer LinearRegression vs Ridge (alpha in [0.01,0.1,1,10,100,1000])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410712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A5276">
              <a:alpha val="1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4320" y="3410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276"/>
                </a:solidFill>
              </a:rPr>
              <a:t>Tâche 4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374136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Visualiser : prédit vs réel, résidus, distribution des erreurs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215384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A5276">
              <a:alpha val="1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4320" y="4215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276"/>
                </a:solidFill>
              </a:rPr>
              <a:t>Tâche 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417880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Rédiger une note pour le directeur commercial (sans jargon technique)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645152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E8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466344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276"/>
                </a:solidFill>
              </a:rPr>
              <a:t>💡 Hint : Appliquer np.log(df.prix_fcfa) avant modélisation — améliore souvent le R²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28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8F01"/>
                </a:solidFill>
              </a:rPr>
              <a:t>📋  Critères de Validation — CRT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76809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E8F5"/>
                </a:solidFill>
              </a:rPr>
              <a:t>Semaine 6 — Prédiction &amp; Régression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Score minimum CRT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≥ 70%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2336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Livrable soumis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Notebook validé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Déblocage Sem +1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Auto si CRT OK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" y="2926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Critères d'évaluation de la semaine :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32918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Expliquer la différence pratique entre Ridge et LinearRegression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85032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363931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Identifier un overfitting à partir des scores train vs test (R² gap)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032504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398678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Construire un Pipeline sklearn fonctionnel sans data leakage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379976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433425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Modèle Ridge soumis avec MAE meilleur que la baseline (mean prediction)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727448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Note de synthèse métier rédigée, soumise et sans jargon ML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2026-09-10T02:16:35Z</dcterms:created>
  <dcterms:modified xsi:type="dcterms:W3CDTF">2026-09-10T02:16:35Z</dcterms:modified>
</cp:coreProperties>
</file>