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🌱 LouisFarm Data Analytics Academy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F18F0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5943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SEMAINE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234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Data Wrangling &amp; Data Quality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8F5"/>
                </a:solidFill>
              </a:rPr>
              <a:t>Profiling · Imputation · Outliers · Dataset : Mobile Money Sénégal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365760"/>
            <a:ext cx="2286000" cy="2286000"/>
          </a:xfrm>
          <a:prstGeom prst="ellipse">
            <a:avLst/>
          </a:prstGeom>
          <a:solidFill>
            <a:srgbClr val="2E86AB">
              <a:alpha val="1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2926080"/>
            <a:ext cx="1463040" cy="1463040"/>
          </a:xfrm>
          <a:prstGeom prst="ellipse">
            <a:avLst/>
          </a:prstGeom>
          <a:solidFill>
            <a:srgbClr val="F18F01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38328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015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Data Profiling : 5 dimensions de qualité à évaluer systématiquement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822192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" y="3822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Valeurs manquantes : mécanismes MCAR/MAR/MNAR et stratégies d'imputation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61104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" y="4261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793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Doublons, incohérences et standardisation des chaînes de caractères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700016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4320" y="4700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7183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Détection et traitement des outliers (IQR, Z-score, winsorizing)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502920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432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474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Fusion de datasets et agrégation avancée (merge, groupby, pivot_table)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53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📚  Plan des Leçons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47472" cy="347472"/>
          </a:xfrm>
          <a:prstGeom prst="ellipse">
            <a:avLst/>
          </a:prstGeom>
          <a:solidFill>
            <a:srgbClr val="0B53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90525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2.1 — Data Profiling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20700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Complétude, cohérence, validité, unicité, fraîcheur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1024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5345"/>
                </a:solidFill>
              </a:rPr>
              <a:t>35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10512"/>
            <a:ext cx="347472" cy="347472"/>
          </a:xfrm>
          <a:prstGeom prst="ellipse">
            <a:avLst/>
          </a:prstGeom>
          <a:solidFill>
            <a:srgbClr val="0B53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810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70992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2.2 — Valeurs manquantes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01168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MCAR/MAR/MNAR — dropna, fillna, imputation par groupe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5345"/>
                </a:solidFill>
              </a:rPr>
              <a:t>45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15184"/>
            <a:ext cx="347472" cy="347472"/>
          </a:xfrm>
          <a:prstGeom prst="ellipse">
            <a:avLst/>
          </a:prstGeom>
          <a:solidFill>
            <a:srgbClr val="0B53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51460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2.3 — Types &amp; standardisation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81635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astype, to_datetime, str.strip, str.title, regex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2633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5345"/>
                </a:solidFill>
              </a:rPr>
              <a:t>35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9856"/>
            <a:ext cx="347472" cy="347472"/>
          </a:xfrm>
          <a:prstGeom prst="ellipse">
            <a:avLst/>
          </a:prstGeom>
          <a:solidFill>
            <a:srgbClr val="0B534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419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31927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2.4 — Outliers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62102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IQR, Z-score, boxplot, winsorizing, décisions métier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43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5345"/>
                </a:solidFill>
              </a:rPr>
              <a:t>35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59936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24528"/>
            <a:ext cx="347472" cy="347472"/>
          </a:xfrm>
          <a:prstGeom prst="ellipse">
            <a:avLst/>
          </a:prstGeom>
          <a:solidFill>
            <a:srgbClr val="0B534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412394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2.5 — Fusion &amp; agrégation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442569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merge, groupby avancé, agg, pivot_table, melt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4242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5345"/>
                </a:solidFill>
              </a:rPr>
              <a:t>40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B5345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201168"/>
            <a:ext cx="640080" cy="640080"/>
          </a:xfrm>
          <a:prstGeom prst="ellipse">
            <a:avLst/>
          </a:prstGeom>
          <a:solidFill>
            <a:srgbClr val="0B53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01168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9456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345"/>
                </a:solidFill>
              </a:rPr>
              <a:t>Data Profiling : Les 5 Dimensions de Qualité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133856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8600" y="1133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0972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Complétude : pourcentage de valeurs non-nulles par colonne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86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162763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Cohérence : les valeurs sont dans les plages et formats attendus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28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8600" y="2194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21579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Validité : les formats sont corrects (dates, codes pays, montants)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28600" y="272491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28600" y="2724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268833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Unicité : absence de doublons inattendus sur les identifiants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28600" y="3255264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28600" y="32552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32186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Fraîcheur : les données sont à jour par rapport aux besoins métier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8600" y="3785616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2860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7490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Produire un Data Quality Report qui documente chaque anomalie trouvée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28600" y="4645152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FFFDE7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" y="46634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6914"/>
                </a:solidFill>
              </a:rPr>
              <a:t>💡  Règle : MESURER avant de NETTOYER. Un DQ Report = trace de chaque décision prise.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B53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345"/>
                </a:solidFill>
              </a:rPr>
              <a:t>2.2 — Valeurs Manquantes : Mécanismes et Stratégies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5345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MCAR (Missing Completely At Random)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Manque sans lien avec les données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Suppression ou imputation simple OK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MAR (Missing At Random)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Manque lié à d'autres variables observées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Imputation par groupe recommandée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MNAR (Missing Not At Random)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Manque lié à la valeur elle-même !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Analyser le mécanisme — danger !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Stratégies : dropna, fillna(mean/median/mode),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imputation par groupe, forward fill,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SimpleImputer (sklearn)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Détection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= df.isnull().sum()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 = missing / len(df) * 100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Stratégie 1: Suppression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df.dropna(subset=["montant"])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Stratégie 2: Imputation simple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df["age"].fillna(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df["age"].median(), inplace=True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df["genre"].fillna(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df["genre"].mode()[0], inplace=True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Stratégie 3: Par groupe (MAR)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df["revenu_imp"] = df.groupby("zone")[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"revenu"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].transform(lambda x: x.fillna(x.median()))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Stratégie 4: sklearn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sklearn.impute import SimpleImputer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 = SimpleImputer(strategy="median")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X_imp = imp.fit_transform(X_num)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B53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345"/>
                </a:solidFill>
              </a:rPr>
              <a:t>2.4 — Détection des Outliers par IQR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5345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Méthode IQR (Interquartile Range)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IQR = Q3 - Q1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Borne inf = Q1 - 1.5 × IQR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Borne sup = Q3 + 1.5 × IQR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Toute valeur hors de [borne_inf, borne_sup]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est un outlier potentiel.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Options après détection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1. Supprimer (si données invalides)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2. Plafonner — Winsorizing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3. Conserver (outliers réels)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4. Transformer (log, sqrt)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⚠️ La décision doit être justifiée métier 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df["montant_xof"].quantile(0.25)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= df["montant_xof"].quantile(0.75)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binf = Q1 - 1.5 * IQR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bsup = Q3 + 1.5 * IQR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 = df[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(df["montant_xof"] &lt; binf) |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(df["montant_xof"] &gt; bsup)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print(f"Outliers: {len(outliers)}")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print(f"({len(outliers)/len(df):.1%})")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A: Supprimer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df[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df["montant_xof"].between(binf, bsup)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B: Winsorizing (plafonner)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df["montant_win"] = df["montant_xof"].clip(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lower=binf, upper=bsup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oundRect">
            <a:avLst/>
          </a:prstGeom>
          <a:solidFill>
            <a:srgbClr val="0B53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🧪  Exercice 2 — Nettoyage du dataset Mobile Money Sénégal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96696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0B5345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96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345"/>
                </a:solidFill>
              </a:rPr>
              <a:t>Tâche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9601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Réaliser un data profiling complet (5 dimensions, rapport documenté)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01368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0B5345">
              <a:alpha val="1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345"/>
                </a:solidFill>
              </a:rPr>
              <a:t>Tâche 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64792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Standardiser les noms de villes (casse inconsistante, espaces)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0B5345">
              <a:alpha val="1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345"/>
                </a:solidFill>
              </a:rPr>
              <a:t>Tâche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569464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Supprimer les doublons d'identifiants de transaction (drop_duplicates)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10712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0B5345">
              <a:alpha val="1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" y="3410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345"/>
                </a:solidFill>
              </a:rPr>
              <a:t>Tâche 4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37413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Imputer les valeurs manquantes avec une stratégie justifiée par colonne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215384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0B5345">
              <a:alpha val="1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" y="4215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345"/>
                </a:solidFill>
              </a:rPr>
              <a:t>Tâche 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17880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Produire un Data Quality Report structuré et sauvegarder le dataset propre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45152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E8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6634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276"/>
                </a:solidFill>
              </a:rPr>
              <a:t>💡 Hint : df["ville"] = df["ville"].str.strip().str.title()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5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</a:rPr>
              <a:t>📋  Critères de Validation — CRT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76809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8F5"/>
                </a:solidFill>
              </a:rPr>
              <a:t>Semaine 2 — Data Wrangling &amp; Data Quality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Score minimum CRT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≥ 70%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Livrable soumis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Notebook validé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Déblocage Sem +1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Auto si CRT OK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2926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Critères d'évaluation de la semaine 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2918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Identifier le type d'anomalie (manquant, doublon, outlier, incohérence)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85032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63931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Choisir la stratégie d'imputation adaptée au mécanisme de manque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32504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986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Écrire le code Pandas pour détecter et corriger le problème identifié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379976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433425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Construire une fonction de nettoyage réutilisable et documentée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727448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Dataset propre validé + Data Quality Report soumis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2026-09-10T02:16:35Z</dcterms:created>
  <dcterms:modified xsi:type="dcterms:W3CDTF">2026-09-10T02:16:35Z</dcterms:modified>
</cp:coreProperties>
</file>