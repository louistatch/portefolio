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🌱 LouisFarm Data Analytics Academy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59436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SEMAINE 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Visualization &amp; Storytelling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8F5"/>
                </a:solidFill>
              </a:rPr>
              <a:t>Matplotlib · Seaborn · Plotly · Dataset : Inclusion Financière CI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365760"/>
            <a:ext cx="2286000" cy="2286000"/>
          </a:xfrm>
          <a:prstGeom prst="ellipse">
            <a:avLst/>
          </a:prstGeom>
          <a:solidFill>
            <a:srgbClr val="2E86AB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926080"/>
            <a:ext cx="1463040" cy="1463040"/>
          </a:xfrm>
          <a:prstGeom prst="ellipse">
            <a:avLst/>
          </a:prstGeom>
          <a:solidFill>
            <a:srgbClr val="F18F01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38328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4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015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Principes fondamentaux : lie factor, data-ink ratio, chartjunk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4320" y="3822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Matplotlib avancé : subplots, annotations, palettes, sauvegarde HD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61104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" y="4261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79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Seaborn : heatmap, pairplot, boxplot, violinplot avec contexte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700016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4320" y="4700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1830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Plotly Express : graphiques interactifs et carte choroplèthe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029200"/>
            <a:ext cx="274320" cy="274320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5029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47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8F5"/>
                </a:solidFill>
              </a:rPr>
              <a:t>Data Storytelling : Analytical Storyboard et Executive Summary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A4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📚  Plan des Leçons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BA4A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9052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4.1 — Principes de visualisation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20700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Choisir le bon graphique, lie factor, data-ink ratio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A4A00"/>
                </a:solidFill>
              </a:rPr>
              <a:t>30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BA4A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810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170992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4.2 — Matplotlib avancé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01168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Figure, axes, subplots, annotations, couleurs, sauvegarde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1828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A4A00"/>
                </a:solidFill>
              </a:rPr>
              <a:t>45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347472" cy="347472"/>
          </a:xfrm>
          <a:prstGeom prst="ellipse">
            <a:avLst/>
          </a:prstGeom>
          <a:solidFill>
            <a:srgbClr val="BA4A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51460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4.3 — Seaborn statistique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28163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heatmap, pairplot, violinplot, FacetGrid contextuel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6334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A4A00"/>
                </a:solidFill>
              </a:rPr>
              <a:t>40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BA4A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4.4 — Plotly interactif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62102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px.scatter, px.bar, choroplèthe Afrique de l'Ouest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381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A4A00"/>
                </a:solidFill>
              </a:rPr>
              <a:t>35 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59936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347472" cy="347472"/>
          </a:xfrm>
          <a:prstGeom prst="ellipse">
            <a:avLst/>
          </a:prstGeom>
          <a:solidFill>
            <a:srgbClr val="BA4A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224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123944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4.5 — Data Storytelling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442569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Structure narrative, Executive Summary, présenter à un décideur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4242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A4A00"/>
                </a:solidFill>
              </a:rPr>
              <a:t>40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A4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A4A00"/>
                </a:solidFill>
              </a:rPr>
              <a:t>4.1 — Choisir le Bon Graphique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4A00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Règle fondamentale : chaque graphique répond à UNE question précise.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Type de question → Graphique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Comparer catégories → Bar chart horizontal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Montrer une tendance → Line chart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Explorer distribution → Histogramme/Boxplot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Analyser une relation → Scatter plot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Comparer proportions → Stacked bar/Pie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Corrélation multiple → Heatmap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• Données géographiques → Choroplèthe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⚠️ Un graphique sans question = graphique décoratif 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Question → Graphique approprié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"Quel taux par zone ?" → Bar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df.groupby("zone")[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"taux_bancarisation"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].mean().plot.barh(figsize=(8,4))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"Relation distance/accès ?" → Scatter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df.distance_agence_km,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df.taux_bancarisation,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alpha=0.4, s=20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"Distribution par zone ?" → Hist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zone in zones: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plt.hist(df[df.zone==zone][col],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bins=25, alpha=0.6, label=zone)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Titre INFORMATIF (pas descriptif)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"Graphique des montants"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"Les zones rurales ont 40% moins accès"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A4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6032" y="1645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A4A00"/>
                </a:solidFill>
              </a:rPr>
              <a:t>4.5 — Data Storytelling : Structure Narrative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56032" y="731520"/>
            <a:ext cx="8503920" cy="27432"/>
          </a:xfrm>
          <a:prstGeom prst="rect">
            <a:avLst/>
          </a:prstGeom>
          <a:solidFill>
            <a:srgbClr val="D5E8F5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14400"/>
            <a:ext cx="4069080" cy="4069080"/>
          </a:xfrm>
          <a:prstGeom prst="roundRect">
            <a:avLst>
              <a:gd name="adj" fmla="val 2247"/>
            </a:avLst>
          </a:prstGeom>
          <a:solidFill>
            <a:srgbClr val="F4F7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969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4A00"/>
                </a:solidFill>
              </a:rPr>
              <a:t>📚 Concept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298448"/>
            <a:ext cx="3886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Structure d'un bon storyboard analytique :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1. CONTEXTE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 "Au CI, 55% des adultes ruraux n'ont pas de compte bancaire."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2. TENSION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 "La croissance économique exige l'inclusion financière.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 Mais quel levier activer en priorité ?"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3. DONNÉES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 "Notre analyse de 800 ménages révèle..."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4. INSIGHT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 "L'accès internet × 2.3 l'adoption du mobile money."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5. RECOMMANDATION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   "Investir en infrastructure internet avant les agences physiques."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Executive Summary = Contexte + 3 Insights + 1 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914400"/>
            <a:ext cx="4343400" cy="4069080"/>
          </a:xfrm>
          <a:prstGeom prst="roundRect">
            <a:avLst>
              <a:gd name="adj" fmla="val 2247"/>
            </a:avLst>
          </a:prstGeom>
          <a:solidFill>
            <a:srgbClr val="1E2D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9692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8F01"/>
                </a:solidFill>
              </a:rPr>
              <a:t>💻 Code Python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298448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df[df.zone=="Urbain"][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"taux_bancarisation"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rural = df[df.zone=="Rural"][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"taux_bancarisation"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= city - rural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int_mm = df[df.acces_internet==1][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"taux_mobilemoney"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no_mm = df[df.acces_internet==0][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"taux_mobilemoney"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levier = int_mm / no_mm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print(f"GAP urbain-rural  : {gap:.0f} pts")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print(f"Levier internet   : {levier:.1f}x")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print("RECOMMANDATION:")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print("→ Investir internet rural = retour")</a:t>
            </a:r>
            <a:endParaRPr lang="en-US" sz="9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  sur investissement le plus élevé")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oundRect">
            <a:avLst/>
          </a:prstGeom>
          <a:solidFill>
            <a:srgbClr val="BA4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🧪  Exercice 4 — Analytical Storyboard — Inclusion Financière CI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96696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A4A00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996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4A00"/>
                </a:solidFill>
              </a:rPr>
              <a:t>Tâche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9601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Créer 6 visualisations pertinentes (distribution, comparaison, tendance, corrélation, geo, proportions)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8013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A4A00">
              <a:alpha val="1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4A00"/>
                </a:solidFill>
              </a:rPr>
              <a:t>Tâche 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6479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Annoter chaque graphique avec un titre INFORMATIF et une annotation textuelle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A4A00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4A00"/>
                </a:solidFill>
              </a:rPr>
              <a:t>Tâche 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946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Construire un Analytical Storyboard cohérent de 8 visualisations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41071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A4A00">
              <a:alpha val="1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432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4A00"/>
                </a:solidFill>
              </a:rPr>
              <a:t>Tâche 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37413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Rédiger un Executive Summary d'une page (3 insights + 1 recommandation)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21538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BA4A00">
              <a:alpha val="15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" y="4215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4A00"/>
                </a:solidFill>
              </a:rPr>
              <a:t>Tâche 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78808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Vérifier que chaque graphique répond à une question analytique précise et unique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47472"/>
          </a:xfrm>
          <a:prstGeom prst="roundRect">
            <a:avLst>
              <a:gd name="adj" fmla="val 18421"/>
            </a:avLst>
          </a:prstGeom>
          <a:solidFill>
            <a:srgbClr val="E8F4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276"/>
                </a:solidFill>
              </a:rPr>
              <a:t>💡 Hint : Titre informatif : "Internet × 2.3 adoption Mobile Money" vs "Graphique Revenu"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A4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8F01"/>
                </a:solidFill>
              </a:rPr>
              <a:t>📋  Critères de Validation — CRT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76809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E8F5"/>
                </a:solidFill>
              </a:rPr>
              <a:t>Semaine 4 — Data Visualization &amp; Storytelling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Score minimum CRT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≥ 70%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Livrable soumis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Notebook validé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98448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1389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019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E8F5"/>
                </a:solidFill>
              </a:rPr>
              <a:t>Déblocage Sem +1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8F01"/>
                </a:solidFill>
              </a:rPr>
              <a:t>Auto si CRT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Critères d'évaluation de la semaine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291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Identifier le graphique inapproprié pour une question analytique donnée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85032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63931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Corriger un titre descriptif en titre informatif (action/insight)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32504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986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Expliquer data-ink ratio, lie factor et comment les violer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379976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928" y="43342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Storyboard soumis avec 6 visualisations pertinentes et annotées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27448"/>
            <a:ext cx="201168" cy="201168"/>
          </a:xfrm>
          <a:prstGeom prst="ellipse">
            <a:avLst/>
          </a:prstGeom>
          <a:solidFill>
            <a:srgbClr val="F18F0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8F5"/>
                </a:solidFill>
              </a:rPr>
              <a:t>Executive Summary lisible par un décideur non-data soumis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2026-09-10T02:16:35Z</dcterms:created>
  <dcterms:modified xsi:type="dcterms:W3CDTF">2026-09-10T02:16:35Z</dcterms:modified>
</cp:coreProperties>
</file>