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🌱 LouisFarm Data Analytics Academy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5943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SEMAINE 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EDA &amp; Statistiques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5"/>
                </a:solidFill>
              </a:rPr>
              <a:t>Distributions · Corrélation · Tests · Dataset : Agriculture Togo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365760"/>
            <a:ext cx="2286000" cy="2286000"/>
          </a:xfrm>
          <a:prstGeom prst="ellipse">
            <a:avLst/>
          </a:prstGeom>
          <a:solidFill>
            <a:srgbClr val="2E86AB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38328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Statistiques descriptives : moyenne, médiane, écart-type, skewness, kurtosis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Distributions : histogramme, KDE, asymétrie et implications pratiques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Corrélation Pearson et Spearman — matrice et interprétation rigoureuse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0016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Analyse de groupes : groupby avancé, tests de comparaison inter-segments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47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Pièges statistiques : corrélation ≠ causalité, paradoxe de Simpson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Plan des Leçons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05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3.1 — Statistiques descriptives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0700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Au-delà de la moyenne : médiane, Q1/Q3, IQR, skew, kurtosis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3483"/>
                </a:solidFill>
              </a:rPr>
              <a:t>40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99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3.2 — Distributions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11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Histogramme, KDE, formes et implications métier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3483"/>
                </a:solidFill>
              </a:rPr>
              <a:t>35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14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3.3 — Corrélation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163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Pearson vs Spearman, matrice, significativité statistique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3483"/>
                </a:solidFill>
              </a:rPr>
              <a:t>45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3.4 — Analyse de groupes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210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groupby + stats, comparaisons inter-segments, profil type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3483"/>
                </a:solidFill>
              </a:rPr>
              <a:t>35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239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3.5 — Pièges statistiques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256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Corrélation ≠ causalité, Simpson, biais de survie, taille échantillon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3483"/>
                </a:solidFill>
              </a:rPr>
              <a:t>35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201168"/>
            <a:ext cx="640080" cy="640080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1168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3.1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1945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3483"/>
                </a:solidFill>
              </a:rPr>
              <a:t>Statistiques Descriptives : Au-delà de la Moyenne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13385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8600" y="1133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0972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La moyenne seule est insuffisante et peut être trompeuse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8600" y="1664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6276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La médiane est robuste aux outliers — préférer pour données asymétriques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8600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1579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Le mode révèle les valeurs les plus fréquentes (catégorielles et continues)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8600" y="2724912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8600" y="2724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68833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Skewness &gt; 0 → queue à droite | &lt; 0 → queue à gauche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28600" y="3255264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28600" y="3255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21868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Kurtosis &gt; 3 → queues lourdes (leptokurtique), &lt; 3 → queues légères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8600" y="3785616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28600" y="3785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7490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Comparer moyenne vs médiane pour détecter l'asymétrie automatiquement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28600" y="4645152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FFFDE7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6914"/>
                </a:solidFill>
              </a:rPr>
              <a:t>💡  Si |moyenne - médiane| &gt; 10% de l'écart-type, la distribution est asymétrique — utiliser la médiane.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3483"/>
                </a:solidFill>
              </a:rPr>
              <a:t>3.3 — Corrélation : Pearson, Spearman et Pièges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Corrélation de Pearson (r)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Mesure les relations LINÉAIRES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Sensible aux outliers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Corrélation de Spearman (ρ)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Mesure les relations MONOTONES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Robuste aux outliers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→ Préférable pour les rangs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Interprétation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| r | &lt; 0.3 → Faible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0.3 ≤ | r | &lt; 0.5 → Modérée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| r | ≥ 0.5 → Forte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⚠️  RÈGLE ABSOLUE : r ≠ causalité 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Pearson (linéaire)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r, p = stats.pearsonr(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df["engrais_npk_kg"].dropna(),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df["rendement_tonne_ha"].dropna()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print(f"r={r:.3f}, p={p:.4f}")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Spearman (monotone, robuste)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rs, ps = stats.spearmanr(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df["engrais_npk_kg"].dropna(),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df["rendement_tonne_ha"].dropna()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Matrice complète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corr_mat = df[num_cols].corr()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Mann-Whitney (comparaison groupes)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 = df[df.acces_irrigation==0]["rendement"]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g1 = df[df.acces_irrigation==1]["rendement"]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stat, p_mw = stats.mannwhitneyu(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g1, g0, alternative="greater"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🧪  Exercice 3 — Analyse EDA Agriculture Togo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9669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6C3483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96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3483"/>
                </a:solidFill>
              </a:rPr>
              <a:t>Tâche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960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Calculer les statistiques descriptives COMPLÈTES du rendement (incl. skew/kurtosis)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6C3483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3483"/>
                </a:solidFill>
              </a:rPr>
              <a:t>Tâche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647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Analyser la distribution du rendement par région ET par type de semence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6C3483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3483"/>
                </a:solidFill>
              </a:rPr>
              <a:t>Tâche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94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Construire et interpréter la matrice de corrélation (heatmap seaborn)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6C3483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3483"/>
                </a:solidFill>
              </a:rPr>
              <a:t>Tâche 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3741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Test Mann-Whitney : l'irrigation améliore-t-elle significativement le rendement 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1538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6C3483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3483"/>
                </a:solidFill>
              </a:rPr>
              <a:t>Tâche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Rédiger une synthèse analytique de 300 mots compréhensible pour un non-statisticien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💡 Hint : stats.mannwhitneyu(groupe_irrigation, groupe_non_irrigation, alternative="greater")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C34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📋  Critères de Validation — CRT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8F5"/>
                </a:solidFill>
              </a:rPr>
              <a:t>Semaine 3 — EDA &amp; Statistiques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Score minimum CRT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≥ 70%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Livrable soumis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Notebook validé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Déblocage Sem +1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Auto si CRT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Critères d'évaluation de la semaine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Interpréter skewness et kurtosis d'une distribution donnée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6393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Choisir entre Pearson et Spearman selon le contexte et les données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86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Identifier une variable confondante dans une corrélation observée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379976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Formuler une conclusion statistiquement rigoureuse (sans sur-interprétation)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27448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Synthèse analytique 300 mots soumise et intelligible pour un décideur non-data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2026-09-10T02:16:35Z</dcterms:created>
  <dcterms:modified xsi:type="dcterms:W3CDTF">2026-09-10T02:16:35Z</dcterms:modified>
</cp:coreProperties>
</file>