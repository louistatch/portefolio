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Capstone &amp; Professional Practice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K-Means · PCA · A/B Testing · Portfolio Professionnel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Clustering K-Means : intuition, silhouette score, choix de k optimal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PCA : réduction dimensionnelle et visualisation des clusters en 2D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A/B Testing : expérimentation contrôlée et test du chi-carré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Portfolio professionnel : 9 projets, documentation, présentation orale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3 Tracks Capstone : Business Analytics / Finance-Risque / Agriculture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9.1 — Clustering K-Means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Intuition, initialisation, silhouette, méthode du coude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45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9.2 — PCA pour la visualisation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Réduction dim, variance expliquée, scatter des clusters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35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9.3 — A/B Testing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Expérimentation contrôlée, chi-carré, p-value, alpha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40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9.4 — Documentation professionnelle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Docstrings, Git intro, structure projet reproductible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30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9.5 — Présentation Capstone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Pitch 10 min, storytelling, défense des choix techniques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40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950B"/>
                </a:solidFill>
              </a:rPr>
              <a:t>9.1 — Clustering K-Means : Intuition et Mise en Œuvre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50B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K-Means divise les données en k groupes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1. Initialiser k centroïdes aléatoirement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2. Assigner chaque point au centroïde le plus proche (distance euclidienne)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3. Recalculer les centroïdes (moyenne du cluster)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4. Répéter jusqu'à convergence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Choisir k optimal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Méthode du coude → inertie décroît en "coude"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Silhouette score → mesure cohésion et séparation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Score proche de 1 = excellent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Score proche de 0 = clusters chevauchants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Score négatif = mauvais clustering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TOUJOURS normaliser avant K-Means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Normalisation obligatoire !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 = scaler.fit_transform(X_num)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Chercher k optimal (2 → 8)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{}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inertias = {}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9):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random_state=42, n_init=10)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 = km.fit_predict(X_sc)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scores[k] = silhouette_score(X_sc, labels)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inertias[k] = km.inertia_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max(scores, key=scores.get)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print(f"k optimal: {best_k}")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print(f"Silhouette: {scores[best_k]:.4f}")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final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km_best = KMeans(n_clusters=best_k,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random_state=42, n_init=10)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df["segment"] = km_best.fit_predict(X_sc)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950B"/>
                </a:solidFill>
              </a:rPr>
              <a:t>9.3 — A/B Testing : Test du Chi-Carré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50B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A/B Testing = expérimentation contrôlée.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Principes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Groupe A (contrôle) vs Groupe B (traitement)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Randomisation des participants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Mesure d'une variable binaire (conversion, achat...)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Test du chi-carré (χ²)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Compare des proportions entre 2 groupes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H0 : pas de différence entre A et B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p &lt; alpha → différence statistiquement significative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Pièges classiques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Taille d'échantillon insuffisante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Multiple testing (inflation du α)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Contamination entre les groupes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Décider trop tôt (peek problem)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chi2_contingency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Résultats de l'expérience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[Conversion, Non-conversion]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np.array([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[102, 1398],   # Groupe A (contrôle)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[147, 1353],   # Groupe B (SMS promo)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p, dof, expected = chi2_contingency(table)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print(f"Chi2 stat : {chi2:.4f}")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print(f"p-value   : {p:.4f}")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print(f"ddl       : {dof}")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0.05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 &lt; alpha: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conv_A = 102 / 1500 * 100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conv_B = 147 / 1500 * 100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lift = (conv_B - conv_A) / conv_A * 100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print(f"Significatif (p={p:.4f} &lt; {alpha})")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print(f"Lift: +{lift:.0f}% conversions")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print("→ Déployer la campagne SMS")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🏆  Grille d'Évaluation — Capstone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Problem Framing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Question claire, contexte justifié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12471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1247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Data Quality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Nettoyage documenté, DQ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214884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2148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Technical Execution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Code structuré, annoté, fonctionnel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3172968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0" y="31729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41064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014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Analytical Reasoning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4379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Conclusions justifiées par les données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4197096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0" y="4197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941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Business Understanding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Résultats liés au contexte métier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112471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11247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89280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6+ visualisations pertinentes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214884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92440" y="2148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16936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Présentation orale 10 min claire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92440" y="3172968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92440" y="31729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941064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4014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Recommandation Quality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379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Recommandations actionnables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92440" y="4197096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7950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92440" y="4197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864608"/>
            <a:ext cx="8595360" cy="219456"/>
          </a:xfrm>
          <a:prstGeom prst="roundRect">
            <a:avLst>
              <a:gd name="adj" fmla="val 25000"/>
            </a:avLst>
          </a:prstGeom>
          <a:solidFill>
            <a:srgbClr val="FFFD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1480" y="487375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</a:rPr>
              <a:t>🏆  Score minimum pour certification LouisFarm Data Analytics Professional : 75%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9 — Capstone — Choisir et Exécuter Votre Track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7950B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TRACK A : Analyser la performance commerciale d'un réseau de distribution OA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7950B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TRACK B : Modèle de scoring et analyse du risque pour une institution financière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7950B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TRACK C : Analyse des déterminants agricoles et prévision des rendements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7950B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Présentation orale de 10 minutes devant jury (storytelling + défense technique)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7950B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950B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Portfolio soumis : notebook + rapport + slides + code documenté sur GitHub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Utilisez la grille d'évaluation comme checklist avant soumission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795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9 — Capstone &amp; Certification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K-Means avec choix de k par silhouette score, clusters interprétés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Visualisation des clusters dans l'espace PCA 2D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A/B test chi-carré avec interprétation correcte de la p-value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Capstone score ≥ 75% — évalué sur les 8 critères de la grille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Présentation orale 10 min devant jury validée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