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🌱 LouisFarm Data Analytics Academy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74320" y="594360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F18F0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59436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SEMAINE 7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1234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Classification &amp; ML Avancé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8F5"/>
                </a:solidFill>
              </a:rPr>
              <a:t>RandomForest · GBM · imblearn · Dataset : Scoring Crédit Ghana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223760" y="365760"/>
            <a:ext cx="2286000" cy="2286000"/>
          </a:xfrm>
          <a:prstGeom prst="ellipse">
            <a:avLst/>
          </a:prstGeom>
          <a:solidFill>
            <a:srgbClr val="2E86AB">
              <a:alpha val="1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2926080"/>
            <a:ext cx="1463040" cy="1463040"/>
          </a:xfrm>
          <a:prstGeom prst="ellipse">
            <a:avLst/>
          </a:prstGeom>
          <a:solidFill>
            <a:srgbClr val="F18F01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383280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015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Classification : régression logistique et arbres de décision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822192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4320" y="3822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Méthodes d'ensemble : Random Forest et Gradient Boosting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261104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4320" y="4261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793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Données déséquilibrées : RandomOverSampler et class_weight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700016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74320" y="4700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7183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Métriques adaptées : precision, recall, F1-score, AUC-ROC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5029200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7432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0474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Optimisation : GridSearchCV, cross-validation k-fold, persistance pkl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📚  Plan des Leçons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347472" cy="347472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005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905256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7.1 — Classification : LogReg &amp; DTree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20700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Probabilités, seuil, interprétation coefficients, arbre de décision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1024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D3C98"/>
                </a:solidFill>
              </a:rPr>
              <a:t>40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10512"/>
            <a:ext cx="347472" cy="347472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810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170992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7.2 — Méthodes d'ensemble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01168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Bagging (RF) vs Boosting (GBM) — feature importance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D3C98"/>
                </a:solidFill>
              </a:rPr>
              <a:t>40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15184"/>
            <a:ext cx="347472" cy="347472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2615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51460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7.3 — Données déséquilibrées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81635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Piège accuracy, RandomOverSampler, class_weight, métriques adaptées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2633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D3C98"/>
                </a:solidFill>
              </a:rPr>
              <a:t>45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255264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9856"/>
            <a:ext cx="347472" cy="347472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34198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331927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7.4 — Évaluation complète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3621024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Matrice confusion, courbes ROC, AUC, choix du seuil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4381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D3C98"/>
                </a:solidFill>
              </a:rPr>
              <a:t>35 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059936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24528"/>
            <a:ext cx="347472" cy="347472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4224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412394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7.5 — GridSearchCV &amp; déploiement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4425696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Validation croisée, optimisation hyperparamètres, pickle, joblib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4242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D3C98"/>
                </a:solidFill>
              </a:rPr>
              <a:t>30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D3C98"/>
                </a:solidFill>
              </a:rPr>
              <a:t>7.3 — Le Piège de l'Accuracy sur Données Déséquilibrées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31520"/>
            <a:ext cx="8503920" cy="27432"/>
          </a:xfrm>
          <a:prstGeom prst="rect">
            <a:avLst/>
          </a:prstGeom>
          <a:solidFill>
            <a:srgbClr val="D5E8F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069080" cy="4069080"/>
          </a:xfrm>
          <a:prstGeom prst="roundRect">
            <a:avLst>
              <a:gd name="adj" fmla="val 224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969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3C98"/>
                </a:solidFill>
              </a:rPr>
              <a:t>📚 Concept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98448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Dataset Ghana : 88% non-défauts, 12% défauts.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Si le modèle prédit TOUJOURS "Non-défaut"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→ Accuracy = 88% (!!) — mais inutile !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→ Recall sur défauts = 0% — catastrophique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→ Tous les vrais défauts sont manqués !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Métriques adaptées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Recall = TP / (TP + FN)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→ Sur les vrais défauts, combien détecte-t-on ?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Precision = TP / (TP + FP)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→ Parmi les alertes, combien sont vraies ?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F1-score = 2 × (P×R)/(P+R)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AUC-ROC → robuste au déséquilibre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914400"/>
            <a:ext cx="4343400" cy="4069080"/>
          </a:xfrm>
          <a:prstGeom prst="roundRect">
            <a:avLst>
              <a:gd name="adj" fmla="val 2247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9692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</a:rPr>
              <a:t>💻 Code Python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298448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imblearn.over_sampling import 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RandomOverSampler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classification_report,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roc_auc_score, roc_curve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Avant : déséquilibre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print(y_train.value_counts())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0: 4400 | 1: 600 (12%)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Oversampling : équilibrer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 = RandomOverSampler(random_state=42)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X_res, y_res = ros.fit_resample(X_train, y_train)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print(y_res.value_counts())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0: 4400 | 1: 4400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Alternative : class_weight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= LogisticRegression(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class_weight="balanced",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max_iter=1000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Évaluation complète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print(classification_report(y_test, y_pred,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target_names=["Rembt","Defaut"]))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D3C98"/>
                </a:solidFill>
              </a:rPr>
              <a:t>7.5 — GridSearchCV : Optimisation d'Hyperparamètres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31520"/>
            <a:ext cx="8503920" cy="27432"/>
          </a:xfrm>
          <a:prstGeom prst="rect">
            <a:avLst/>
          </a:prstGeom>
          <a:solidFill>
            <a:srgbClr val="D5E8F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069080" cy="4069080"/>
          </a:xfrm>
          <a:prstGeom prst="roundRect">
            <a:avLst>
              <a:gd name="adj" fmla="val 224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969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3C98"/>
                </a:solidFill>
              </a:rPr>
              <a:t>📚 Concept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98448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GridSearchCV = recherche exhaustive des meilleurs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hyperparamètres par validation croisée k-fold.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Stratégie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1. Définir la grille de paramètres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2. Choisir le scoring adapté au problème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3. Exécuter la recherche (peut être long !)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4. Extraire les meilleurs paramètres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Cross-validation k-fold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Divise le train en k sous-ensembles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Entraîne k modèles, évalue sur le fold restant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Résultat = moyenne des k scores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Plus robuste qu'un simple train/test split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914400"/>
            <a:ext cx="4343400" cy="4069080"/>
          </a:xfrm>
          <a:prstGeom prst="roundRect">
            <a:avLst>
              <a:gd name="adj" fmla="val 2247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9692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</a:rPr>
              <a:t>💻 Code Python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298448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GridSearchCV, StratifiedKFold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Grille pour Random Forest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param_grid = {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"model__n_estimators": [100, 200],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"model__max_depth": [4, 6, 8, None],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"model__min_samples_leaf": [5, 10, 20],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 = StratifiedKFold(n_splits=5, shuffle=True,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random_state=42)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 = GridSearchCV(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rf_pipe, param_grid,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cv=cv,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scoring="roc_auc",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n_jobs=-1, verbose=0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gs.fit(X_res, y_res)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print(f"Meilleurs params: {gs.best_params_}")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print(f"Meilleur AUC-CV: {gs.best_score_:.4f}")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print(f"AUC test: {roc_auc_score(y_test,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gs.predict_proba(X_test)[:,1]):.4f}")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oundRect">
            <a:avLst/>
          </a:prstGeom>
          <a:solidFill>
            <a:srgbClr val="7D3C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🧪  Exercice 7 — Scoring Crédit Ghana Microfinance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96696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7D3C98">
              <a:alpha val="1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966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D3C98"/>
                </a:solidFill>
              </a:rPr>
              <a:t>Tâche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9601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EDA comparative : profil des défaillants vs non-défaillants (6 variables)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01368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7D3C98">
              <a:alpha val="1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" y="1801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D3C98"/>
                </a:solidFill>
              </a:rPr>
              <a:t>Tâche 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764792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Construire et comparer 4 modèles : LogReg, DecisionTree, RandomForest, GBM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7D3C98">
              <a:alpha val="1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D3C98"/>
                </a:solidFill>
              </a:rPr>
              <a:t>Tâche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569464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Appliquer RandomOverSampler et comparer les métriques avec/sans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410712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7D3C98">
              <a:alpha val="1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4320" y="3410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D3C98"/>
                </a:solidFill>
              </a:rPr>
              <a:t>Tâche 4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374136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Optimiser le meilleur modèle avec GridSearchCV sur 2 hyperparamètres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215384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7D3C98">
              <a:alpha val="1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4320" y="4215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D3C98"/>
                </a:solidFill>
              </a:rPr>
              <a:t>Tâche 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417880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Choisir et justifier le seuil de décision, sauvegarder le modèle final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645152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E8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466344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276"/>
                </a:solidFill>
              </a:rPr>
              <a:t>💡 Hint : Recall sur défauts &gt; 70% requis pour la validation — seuil par défaut insuffisant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7D3C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28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8F01"/>
                </a:solidFill>
              </a:rPr>
              <a:t>📋  Critères de Validation — CRT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76809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E8F5"/>
                </a:solidFill>
              </a:rPr>
              <a:t>Semaine 7 — Classification &amp; ML Avancé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Score minimum CRT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≥ 70%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2336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Livrable soumis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Notebook validé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Déblocage Sem +1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Auto si CRT OK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" y="2926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Critères d'évaluation de la semaine :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32918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Expliquer pourquoi l'accuracy est trompeuse sur données déséquilibrées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85032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363931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Interpréter une matrice de confusion dans le contexte du scoring crédit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032504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398678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Construire une courbe ROC et lire l'AUC correctement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379976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433425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4 modèles comparés avec métriques cohérentes, recall défaut &gt; 70%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727448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Note de recommandation pour la direction soumise avec justification du seuil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2026-09-10T02:16:35Z</dcterms:created>
  <dcterms:modified xsi:type="dcterms:W3CDTF">2026-09-10T02:16:35Z</dcterms:modified>
</cp:coreProperties>
</file>