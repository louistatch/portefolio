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Analyst Foundations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Python · NumPy · Pandas · Dataset : Coopérative Maïs Togo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Rôle et responsabilités du Data Analyst en Afrique de l'Ouest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Environnement Python/JupyterLab : configuration et bonnes pratiques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NumPy : calcul vectorisé et opérations multi-dimensionnelles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Pandas : DataFrame, inspection, sélection, filtrage et tri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Formuler une problématique analytique à partir de données réelles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1.1 — Rôle du Data Analyst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Contexte OA, livrables, différence avec Data Scientist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30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1.2 — Python &amp; JupyterLab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Markdown vs Code, imports, alias standards, structure notebook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40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1.3 — NumPy &amp; Pandas fondamentaux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Arrays, DataFrames, head/tail/info/describe/dtypes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50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1.4 — Premières statistiques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Min, max, mean, median par colonnes et groupes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1.5 — Formuler un problème analytique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Framework Contexte→Question→Données→Méthode→Résultat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25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0116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94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Rôle du Data Analyst en Afrique de l'Ouest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3385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" y="1133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097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Transformer des données brutes en informations décisionnelles actionnables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6276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Identifier les questions auxquelles les données peuvent répondre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157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Communiquer des résultats complexes à des décideurs non-techniciens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883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Distinguer analyste / data scientist / data engineer / BI analyst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8600" y="325526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8600" y="3255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2186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Comprendre le cycle analytique CRISP-DM adapté au contexte OA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" y="378561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860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7490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Produire des livrables : rapport, dashboard, modèle, recommandation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2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FFFDE7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914"/>
                </a:solidFill>
              </a:rPr>
              <a:t>💡  Dans les PME et ONG ouest-africaines, l'analyste traduit les données en décisions d'action concrètes.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1.3 — Pandas : Inspection Complète d'un Dataset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Un DataFrame = table 2D avec labels de lignes et colonnes.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Commandes d'inspection essentielles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df.shape → (lignes, colonnes)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df.info() → types + valeurs NaN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df.describe() → statistiques descriptives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df.head(n) → n premières lignes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df.tail(n) → n dernières lignes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df.dtypes → type de chaque colonne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df.nunique() → valeurs distinctes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df.isnull().sum() → comptage NaN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Règle d'or : inspecter TOUJOURS avant d'analyser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pd.read_csv("togo_coop_mais.csv")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# (1200, 11)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       # Types + NaN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   # Stats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Sélection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df["rendement_tonne_ha"]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df[df["region"]=="Maritime"]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Calculs groupés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"rendement_tonne_ha"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].mean().sort_values()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 multiple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["annee","rendement_tonne_ha"],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ascending=[True, False]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).head(10)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</a:rPr>
              <a:t>1.4 — NumPy : Calcul Vectorisé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NumPy = calculs matriciels rapides sans boucles.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Opérations fondamentales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np.array() → créer un tableau N-D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.shape → dimensions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.sum(axis=0) → par colonne, axis=1 → par ligne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.mean(), .std(), .min(), .max()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.argmax() → index du maximum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.clip(a,b) → borner les valeurs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Broadcasting : opérations sans boucles for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⚡ Vectorisation = souvent 100× plus rapide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Production (5 régions × 4 ans)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= np.array([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[12500, 13200, 11800, 14100],  # Maritime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[18300, 17900, 19200, 20100],  # Plateaux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[ 9800, 10200,  9500, 11000],  # Centrale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[15600, 16100, 15200, 17300],  # Kara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[ 7200,  7800,  7000,  8200],  # Savanes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Totaux par année (axis=0)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par_annee = prod.sum(axis=0)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Moyenne par région (axis=1)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par_region = prod.mean(axis=1)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Croissance 2020→2023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croiss = (prod[:,3]-prod[:,0])/prod[:,0]*100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print(croiss.round(1))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C73E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1 — Diagnostic dataset agricole Togo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73E1D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Charger togo_coop_mais.csv et afficher ses dimensions et types de colonnes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73E1D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Identifier toutes les colonnes avec des valeurs manquantes (count et 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73E1D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Calculer le rendement moyen et l'écart-type par région et par type de semence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73E1D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Filtrer les records avec rendement &gt; 2.5 t/ha ET acces_irrigation =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73E1D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Rédiger 3 questions analytiques pertinentes basées sur les données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df.groupby("region").agg({"rendement_tonne_ha":["mean","std","count"]})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1 — Data Analyst Foundations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Identifier correctement le type d'une variable (qualitative/quantitative/ordinale)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Lire et interpréter un résultat .info() et .describe() complet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Écrire une sélection correcte de lignes et colonnes en Pandas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Formuler une question analytique précise à partir d'un contexte métier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Notebook projet soumis avec 3 questions analytiques documentées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